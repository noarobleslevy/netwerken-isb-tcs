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89B4FA"/>
                </a:solidFill>
              </a:rPr>
              <a:t>KTN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Threaded Case Study — Netwerken 2 ISB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AC2D8"/>
                </a:solidFill>
              </a:rPr>
              <a:t>Noa Robles Levy  ·  Quinten Morreel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AC2D8"/>
                </a:solidFill>
              </a:rPr>
              <a:t>Presentatie 11/06/2026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</a:rPr>
              <a:t>Bedrijf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KTN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200">
                <a:solidFill>
                  <a:srgbClr val="FFFFFF"/>
                </a:solidFill>
              </a:rPr>
              <a:t>Core business:  IT-dienstverlening</a:t>
            </a:r>
          </a:p>
          <a:p>
            <a:pPr>
              <a:spcBef>
                <a:spcPts val="400"/>
              </a:spcBef>
            </a:pPr>
            <a:r>
              <a:rPr sz="2200">
                <a:solidFill>
                  <a:srgbClr val="FFFFFF"/>
                </a:solidFill>
              </a:rPr>
              <a:t>Publieke diensten:  Website (HTTP/HTTPS)  ·  Remote access via VPN</a:t>
            </a:r>
          </a:p>
          <a:p>
            <a:pPr>
              <a:spcBef>
                <a:spcPts val="400"/>
              </a:spcBef>
            </a:pPr>
            <a:r>
              <a:rPr sz="2200">
                <a:solidFill>
                  <a:srgbClr val="FFFFFF"/>
                </a:solidFill>
              </a:rPr>
              <a:t>Medewerkers:  intern netwerk met werkstations en servers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89B4FA"/>
                </a:solidFill>
              </a:rPr>
              <a:t>Netwerk bestaat uit 3 zones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>
                <a:solidFill>
                  <a:srgbClr val="BAC2D8"/>
                </a:solidFill>
              </a:rPr>
              <a:t>🌐  WAN — verbinding met het internet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BAC2D8"/>
                </a:solidFill>
              </a:rPr>
              <a:t>🟠  DMZ — publieke servers (webserver, VPN)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BAC2D8"/>
                </a:solidFill>
              </a:rPr>
              <a:t>🟢  LAN — intern netwerk met clients en servers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</a:rPr>
              <a:t>Netwerkarchitectuur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560320" cy="5029200"/>
          </a:xfrm>
          <a:prstGeom prst="rect">
            <a:avLst/>
          </a:prstGeom>
          <a:solidFill>
            <a:srgbClr val="28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9B4FA"/>
                </a:solidFill>
              </a:rPr>
              <a:t>🌐 INTERNET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AC2D8"/>
                </a:solidFill>
              </a:rPr>
              <a:t>ISP
WAN-verbinding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280160"/>
            <a:ext cx="3474720" cy="5029200"/>
          </a:xfrm>
          <a:prstGeom prst="rect">
            <a:avLst/>
          </a:prstGeom>
          <a:solidFill>
            <a:srgbClr val="28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EB386"/>
                </a:solidFill>
              </a:rPr>
              <a:t>🟠 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0116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BAC2D8"/>
                </a:solidFill>
              </a:rPr>
              <a:t>Webserver (HA)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AC2D8"/>
                </a:solidFill>
              </a:rPr>
              <a:t>VPN-server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280160"/>
            <a:ext cx="4114800" cy="5029200"/>
          </a:xfrm>
          <a:prstGeom prst="rect">
            <a:avLst/>
          </a:prstGeom>
          <a:solidFill>
            <a:srgbClr val="28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37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6E3A1"/>
                </a:solidFill>
              </a:rPr>
              <a:t>🟢 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0116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BAC2D8"/>
                </a:solidFill>
              </a:rPr>
              <a:t>DNS / DHCP-server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AC2D8"/>
                </a:solidFill>
              </a:rPr>
              <a:t>Werkstations (clients)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AC2D8"/>
                </a:solidFill>
              </a:rPr>
              <a:t>Gateway via VRRP VIP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286000"/>
            <a:ext cx="914400" cy="3200400"/>
          </a:xfrm>
          <a:prstGeom prst="rect">
            <a:avLst/>
          </a:prstGeom>
          <a:solidFill>
            <a:srgbClr val="1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651760"/>
            <a:ext cx="914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89B4FA"/>
                </a:solidFill>
              </a:rPr>
              <a:t>VyOS
A+B
(VRRP)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200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AC2D8"/>
                </a:solidFill>
              </a:rPr>
              <a:t>──►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AC2D8"/>
                </a:solidFill>
              </a:rPr>
              <a:t>──►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AC2D8"/>
                </a:solidFill>
              </a:rPr>
              <a:t>Firewall: default deny — enkel noodzakelijk verkeer doorgelaten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</a:rPr>
              <a:t>Router Redundantie — VRRP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38BA8"/>
                </a:solidFill>
              </a:rPr>
              <a:t>Probleem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AC2D8"/>
                </a:solidFill>
              </a:rPr>
              <a:t>Als de router uitvalt → geen internet meer voor clients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6E3A1"/>
                </a:solidFill>
              </a:rPr>
              <a:t>Oplossing: VRRP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Twee VyOS-routers delen één Virtual IP (gateway)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VyOS-A = MASTER (priority 200)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VyOS-B = BACKUP (priority 100)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Bij uitval van A neemt B de VIP over in &lt; 3 seconden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Clients merken maximaal 1–2 pakketverlies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solidFill>
            <a:srgbClr val="1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16459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89B4FA"/>
                </a:solidFill>
              </a:rPr>
              <a:t>VyOS-A
(MASTER)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2004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38BA8"/>
                </a:solidFill>
              </a:rPr>
              <a:t>VyOS-B
(BACKUP)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2860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6E3A1"/>
                </a:solidFill>
              </a:rPr>
              <a:t>Virtual IP
(gateway)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828800"/>
            <a:ext cx="457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AC2D8"/>
                </a:solidFill>
              </a:rPr>
              <a:t>→
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303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AC2D8"/>
                </a:solidFill>
              </a:rPr>
              <a:t>Demo resultaat: ~2% packet loss bij failover 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9B4FA"/>
                </a:solidFill>
              </a:rPr>
              <a:t>Server Redundantie — HAProxy + Keepalived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HAProxy:      load balancer — verdeelt verkeer over WEB1 en WEB2 (round robin)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Keepalived:   Virtual IP voor de webdienst — zweeft naar beschikbare server</a:t>
            </a:r>
          </a:p>
          <a:p>
            <a:pPr>
              <a:spcBef>
                <a:spcPts val="400"/>
              </a:spcBef>
            </a:pPr>
            <a:r>
              <a:rPr sz="1900">
                <a:solidFill>
                  <a:srgbClr val="FFFFFF"/>
                </a:solidFill>
              </a:rPr>
              <a:t>lsyncd:         real-time content sync — WEB1 → WEB2 via rsync over SSH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</a:rPr>
              <a:t>Architectuur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AC2D8"/>
                </a:solidFill>
              </a:rPr>
              <a:t>Client
   ↓
VirtualIP (HAProxy VIP)
   ├─► WEB1 (Apache :8080)
   └─► WEB2 (Apache :8080)
        ↕ lsyncd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9B4FA"/>
                </a:solidFill>
              </a:rPr>
              <a:t>Demo resultaten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Load balancing werkt (round robin)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Failover bij uitval WEB1 — geen onderbreking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Content sync binnen 3 seconden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Keepalived geeft VIP aan WEB2 bij totale uitval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</a:rPr>
              <a:t>VPN-oplossing — OpenVPN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38BA8"/>
                </a:solidFill>
              </a:rPr>
              <a:t>Doel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AC2D8"/>
                </a:solidFill>
              </a:rPr>
              <a:t>Externe medewerkers kunnen via een beveiligde tunnel het interne netwerk bereiken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6E3A1"/>
                </a:solidFill>
              </a:rPr>
              <a:t>Technologie: OpenVPN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Meerdere clients tegelijk (niet point-to-point)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Authenticatie via PKI-certificaten (Easy-RSA)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UDP poort 1194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</a:rPr>
              <a:t>Clients ontvangen een tunnel-IP en bereiken het 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6E3A1"/>
                </a:solidFill>
              </a:rPr>
              <a:t>Demo resultaten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0175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Server actief (active running)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Client verbonden, tunnel-IP ontvangen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Intern netwerk bereikbaar via tunnel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✅  Zonder VPN: geen toegang tot intern netwerk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AC2D8"/>
                </a:solidFill>
              </a:rPr>
              <a:t>[Externe client]  →  OpenVPN tunnel (UDP 1194)  →  VPN-server (DMZ)  →  Intern netwerk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</a:rPr>
              <a:t>X-Factor — IPv6 Dual-Stack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6E3A1"/>
                </a:solidFill>
              </a:rPr>
              <a:t>Wat is dual-stack?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AC2D8"/>
                </a:solidFill>
              </a:rPr>
              <a:t>Elke interface heeft zowel een IPv4- als IPv6-adres. Verkeer kan via beide protocollen verlopen.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Wat is geïmplementeerd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943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VRRP IPv6 VIP op beide VyOS-routers (vrid 16)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SLAAC — clients ontvangen automatisch een IPv6-adres via Router Advertisements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HAProxy luistert op IPv4 én IPv6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FFFFFF"/>
                </a:solidFill>
              </a:rPr>
              <a:t>Keepalived beheert ook een IPv6 VIP voor de webdienst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46888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Meerwaarde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01752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BAC2D8"/>
                </a:solidFill>
              </a:rPr>
              <a:t>IPv4-adressen zijn uitgeput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BAC2D8"/>
                </a:solidFill>
              </a:rPr>
              <a:t>Dual-stack = standaard transitie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BAC2D8"/>
                </a:solidFill>
              </a:rPr>
              <a:t>Geen NAT nodig voor IPv6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BAC2D8"/>
                </a:solidFill>
              </a:rPr>
              <a:t>SLAAC: geen DHCP-server nodig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BAC2D8"/>
                </a:solidFill>
              </a:rPr>
              <a:t>VRRP werkt identiek voor IPv6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9B4FA"/>
                </a:solidFill>
              </a:rPr>
              <a:t>Overzicht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0972800" cy="36576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73152" cy="822960"/>
          </a:xfrm>
          <a:prstGeom prst="rect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6304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89B4FA"/>
                </a:solidFill>
              </a:rPr>
              <a:t>Router redundantie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AC2D8"/>
                </a:solidFill>
              </a:rPr>
              <a:t>VRRP op VyOS-A en VyOS-B — failover &lt; 3 seconden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73152" cy="822960"/>
          </a:xfrm>
          <a:prstGeom prst="rect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6E3A1"/>
                </a:solidFill>
              </a:rPr>
              <a:t>Server redundantie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71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AC2D8"/>
                </a:solidFill>
              </a:rPr>
              <a:t>HAProxy + Keepalived + lsyncd — geen onderbreking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57600"/>
            <a:ext cx="73152" cy="822960"/>
          </a:xfrm>
          <a:prstGeom prst="rect">
            <a:avLst/>
          </a:prstGeom>
          <a:solidFill>
            <a:srgbClr val="CBA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BA6F7"/>
                </a:solidFill>
              </a:rPr>
              <a:t>VPN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69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AC2D8"/>
                </a:solidFill>
              </a:rPr>
              <a:t>OpenVPN met PKI — meerdere clients, tunnel naar 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754879"/>
            <a:ext cx="73152" cy="82296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7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38BA8"/>
                </a:solidFill>
              </a:rPr>
              <a:t>X-Factor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AC2D8"/>
                </a:solidFill>
              </a:rPr>
              <a:t>IPv6 dual-stack — VRRP, SLAAC, HAProxy dual-bind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AC2D8"/>
                </a:solidFill>
              </a:rPr>
              <a:t>Noa Robles Levy  ·  Quinten Morreel  ·  KDG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