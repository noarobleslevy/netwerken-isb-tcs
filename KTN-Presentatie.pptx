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73152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Katoen Natie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Threaded Case Study — Netwerken 2 ISB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CCCC"/>
                </a:solidFill>
                <a:latin typeface="Calibri"/>
              </a:rPr>
              <a:t>Noa Robles Levy  |  Quinten Morreel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CC"/>
                </a:solidFill>
                <a:latin typeface="Calibri"/>
              </a:rPr>
              <a:t>11 juni 2026  ·  GR501  · 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Bedrijf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  <a:latin typeface="Calibri"/>
              </a:rPr>
              <a:t>Katoen Natie (KTN)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1732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Profiel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333333"/>
                </a:solidFill>
                <a:latin typeface="Calibri"/>
              </a:rPr>
              <a:t>▸  Havenlogistiek — haven van Antwerpen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333333"/>
                </a:solidFill>
                <a:latin typeface="Calibri"/>
              </a:rPr>
              <a:t>▸  Overslag, opslag en distributie van goederen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333333"/>
                </a:solidFill>
                <a:latin typeface="Calibri"/>
              </a:rPr>
              <a:t>▸  Verbindt schepen, spoor en weg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749039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Diensten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333333"/>
                </a:solidFill>
                <a:latin typeface="Calibri"/>
              </a:rPr>
              <a:t>▸  Website (HTTP/HTTPS) — publiek bereikbaar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333333"/>
                </a:solidFill>
                <a:latin typeface="Calibri"/>
              </a:rPr>
              <a:t>▸  VPN — veilige remote toegang voor medewerkers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25880"/>
            <a:ext cx="521208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Netwerkvereisten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▸  Hoge beschikbaarheid gateway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▸  Hoge beschikbaarheid webdienst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▸  Veilige remote toegang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▸  Scheiding intern / publiek (DMZ)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333333"/>
                </a:solidFill>
                <a:latin typeface="Calibri"/>
              </a:rPr>
              <a:t>▸  IPv6 dual-stack (toekomstbestendig)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Netwerkarchitectuur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  <a:latin typeface="Calibri"/>
              </a:rPr>
              <a:t>3 zones · dual-stack IPv4 + IPv6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203.0.113.0/29
2001:db8:1::/64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Verbinding met
het internet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365760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65760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DMZ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172.16.10.0/24
fd00:ac10:a::/64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Publieke servers
(web, VPN)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65760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3657600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10.10.0.0/24
fd00:a:a::/64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834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Interne
medewerkers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0000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0000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Calibri"/>
              </a:rPr>
              <a:t>VyOS-A &amp; VyOS-B staan tussen de zones als router/firewall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Router-redundantie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  <a:latin typeface="Calibri"/>
              </a:rPr>
              <a:t>VRRP — Virtual Router Redundancy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1732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Hoe werkt het?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VyOS-A = master (priority 200)  →  verwerkt al het verkeer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VyOS-B = backup (priority 100)  →  staat klaar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Gedeeld virtueel IP (VIP) = gateway voor alle clients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Clients merken niets — ze spreken altijd hetzelfde VIP aan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93192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Demo-resultaten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25603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616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Failover tijd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36168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&lt; 3 seconden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27448"/>
            <a:ext cx="25603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457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Packet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74573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~2%  (3 / 150 pakketten)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11496"/>
            <a:ext cx="25603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297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IPv6 VIP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129784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fd00:a:a::1  —  ook redundant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95544"/>
            <a:ext cx="25603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138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Failback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51383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VyOS-A pakt MASTER terug (preemption)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71600"/>
            <a:ext cx="356616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4630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  <a:latin typeface="Calibri"/>
              </a:rPr>
              <a:t>  Internet
      ↓
[VIP 10.10.0.1]
  ↙        ↘
VyOS-A   VyOS-B
master    backup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Server-redundantie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  <a:latin typeface="Calibri"/>
              </a:rPr>
              <a:t>HAProxy + Keepalived + lsyncd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1732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Hoe werkt het?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HAProxy verdeelt HTTP-verkeer over WEB1 en WEB2 (round-robin)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Keepalived beheert een virtueel IP (VIP) voor HAProxy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WEB1 uitvalt → HAProxy detecteert dit via health check, alles naar WEB2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lsyncd: real-time content sync WEB1 → WEB2 via rsync/SSH (&lt; 3s)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84048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Demo-resultaten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51960"/>
            <a:ext cx="2286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VIP aanwezig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270248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172.16.10.100 zichtbaar op WEB1 (MASTER)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36008"/>
            <a:ext cx="2286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542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Load balancing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654296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Requests wisselen af tussen WEB1 en WEB2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0056"/>
            <a:ext cx="2286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383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Failover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038344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Geen onderbreking bij uitval WEB1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04104"/>
            <a:ext cx="2286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22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Content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422392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Wijziging op WEB1 → binnen 3s zichtbaar op WEB2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371600"/>
            <a:ext cx="338328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4630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Client
  ↓
HAProxy VIP
172.16.10.100
  ↙     ↘
WEB1 ⟷ WEB2
(lsyncd sync)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VPN-oplossing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  <a:latin typeface="Calibri"/>
              </a:rPr>
              <a:t>OpenVPN met Easy-RSA PKI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1732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Opzet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7132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Easy-RSA genereert CA, servercertificaat en clientcertificaat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OpenVPN-server draait op debian2 (10.10.0.20)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Tunnel subnet: 10.8.0.0/24 — server-IP: 10.8.0.1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Client ontvangt route naar intern LAN (10.10.0.0/24)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93192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Demo-resultaten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2286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616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361688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UDP 1194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27448"/>
            <a:ext cx="2286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45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Verbinding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45736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Windows PC → OpenVPN → tunnel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11496"/>
            <a:ext cx="2286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297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Ping 10.8.0.1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129784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4/4 ontvangen · 0% packet 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95544"/>
            <a:ext cx="2286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138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Authenticatie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513832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Certificaten (PKI) — geen wachtwoord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371600"/>
            <a:ext cx="338328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4630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  <a:latin typeface="Calibri"/>
              </a:rPr>
              <a:t>Windows PC
  ↓  UDP 1194
OpenVPN server
10.8.0.1
  ↓
LAN 10.10.0.0/24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X-Factor: IPv6 dual-stack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CCC"/>
                </a:solidFill>
                <a:latin typeface="Calibri"/>
              </a:rPr>
              <a:t>Toekomstbestendig netwerk — ULA intern · SLAAC voor 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1732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Wat is geïmplementeerd?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Elke interface krijgt naast IPv4 ook een IPv6-adres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ULA-adressen intern (fd00::/8) — privé-equivalent voor IPv6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SLAAC: VyOS adverteert prefix → clients configureren zichzelf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VRRP werkt ook voor IPv6 (aparte group, vrid 16)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▸  HAProxy bereikbaar via IPv6 VIP: fd00:ac10:a::100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17720"/>
            <a:ext cx="2286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617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Calibri"/>
              </a:rPr>
              <a:t>Meerwaarde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555555"/>
                </a:solidFill>
                <a:latin typeface="Calibri"/>
              </a:rPr>
              <a:t>▸  IPv4-adressen zijn uitgeput — dual-stack is de standaard overgang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55555"/>
                </a:solidFill>
                <a:latin typeface="Calibri"/>
              </a:rPr>
              <a:t>▸  Geen NAT nodig voor IPv6 — eenvoudigere troubleshooting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000"/>
                </a:solidFill>
                <a:latin typeface="Calibri"/>
              </a:rPr>
              <a:t>Adresplan IPv6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WAN:  2001:db8:1::/64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DMZ:  fd00:ac10:a::/64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LAN:  fd00:a:a::/64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VyOS-A LAN:  ::2/64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VyOS-B LAN:  ::3/64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VRRP VIP:    ::1/64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Clients: SLAAC (EUI-64)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Conclusie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Calibri"/>
              </a:rPr>
              <a:t>✓  3 redundante oplossingen geïmplementeerd en gedemonstreerd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Calibri"/>
              </a:rPr>
              <a:t>✓  VRRP:  failover &lt; 3s  ·  ~2% packet loss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Calibri"/>
              </a:rPr>
              <a:t>✓  HAProxy:  automatische failover bij uitval webserver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Calibri"/>
              </a:rPr>
              <a:t>✓  OpenVPN:  veilige VPN-tunnel met PKI-certificaten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Calibri"/>
              </a:rPr>
              <a:t>✓  X-Factor:  IPv6 dual-stack op alle interfaces en servers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  <a:latin typeface="Calibri"/>
              </a:rPr>
              <a:t>✓  Volledig uitgewerkt in VirtualBox — geen Packet Tracer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CC"/>
                </a:solidFill>
                <a:latin typeface="Calibri"/>
              </a:rPr>
              <a:t>Noa Robles Levy  |  Quinten Morreel  ·  11/06/2026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